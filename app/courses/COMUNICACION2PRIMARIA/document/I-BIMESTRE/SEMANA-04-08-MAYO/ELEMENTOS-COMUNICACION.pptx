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6" r:id="rId1"/>
  </p:sldMasterIdLst>
  <p:sldIdLst>
    <p:sldId id="343" r:id="rId2"/>
    <p:sldId id="342" r:id="rId3"/>
    <p:sldId id="329" r:id="rId4"/>
    <p:sldId id="335" r:id="rId5"/>
    <p:sldId id="328" r:id="rId6"/>
    <p:sldId id="332" r:id="rId7"/>
    <p:sldId id="333" r:id="rId8"/>
    <p:sldId id="327" r:id="rId9"/>
    <p:sldId id="336" r:id="rId10"/>
    <p:sldId id="339" r:id="rId11"/>
    <p:sldId id="345" r:id="rId12"/>
    <p:sldId id="347" r:id="rId1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3E28E0"/>
    <a:srgbClr val="F3EE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-102" y="-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1" y="2647950"/>
            <a:ext cx="4762500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3173" y="-925"/>
            <a:ext cx="12195173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1089484" y="1730403"/>
            <a:ext cx="7531497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616370" y="2470926"/>
            <a:ext cx="8681508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4D43-8165-41B4-946F-5297906C5348}" type="datetimeFigureOut">
              <a:rPr lang="es-PE" smtClean="0"/>
              <a:t>03/05/2020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9C92-0DCB-4F09-AE0B-4211A75BEEE0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4D43-8165-41B4-946F-5297906C5348}" type="datetimeFigureOut">
              <a:rPr lang="es-PE" smtClean="0"/>
              <a:t>03/05/2020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9C92-0DCB-4F09-AE0B-4211A75BEEE0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3173" y="-925"/>
            <a:ext cx="12195173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1" y="2647950"/>
            <a:ext cx="4762500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1092532" y="1726738"/>
            <a:ext cx="7534656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621536" y="2468304"/>
            <a:ext cx="8680704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4D43-8165-41B4-946F-5297906C5348}" type="datetimeFigureOut">
              <a:rPr lang="es-PE" smtClean="0"/>
              <a:t>03/05/2020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9C92-0DCB-4F09-AE0B-4211A75BEEE0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097280"/>
            <a:ext cx="42672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6688" y="1097280"/>
            <a:ext cx="42672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4D43-8165-41B4-946F-5297906C5348}" type="datetimeFigureOut">
              <a:rPr lang="es-PE" smtClean="0"/>
              <a:t>03/05/2020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9C92-0DCB-4F09-AE0B-4211A75BEEE0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097280"/>
            <a:ext cx="42672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2200" y="1701848"/>
            <a:ext cx="42672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6688" y="1097280"/>
            <a:ext cx="42672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6688" y="1701848"/>
            <a:ext cx="42672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4D43-8165-41B4-946F-5297906C5348}" type="datetimeFigureOut">
              <a:rPr lang="es-PE" smtClean="0"/>
              <a:t>03/05/2020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9C92-0DCB-4F09-AE0B-4211A75BEEE0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4D43-8165-41B4-946F-5297906C5348}" type="datetimeFigureOut">
              <a:rPr lang="es-PE" smtClean="0"/>
              <a:t>03/05/2020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9C92-0DCB-4F09-AE0B-4211A75BEEE0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4D43-8165-41B4-946F-5297906C5348}" type="datetimeFigureOut">
              <a:rPr lang="es-PE" smtClean="0"/>
              <a:t>03/05/2020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9C92-0DCB-4F09-AE0B-4211A75BEEE0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1" y="2647950"/>
            <a:ext cx="4762500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1720852" y="-1720850"/>
            <a:ext cx="6858000" cy="10299704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1046573" y="1576104"/>
            <a:ext cx="694944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2737" y="2618913"/>
            <a:ext cx="507703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730605" y="2253385"/>
            <a:ext cx="7726347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4D43-8165-41B4-946F-5297906C5348}" type="datetimeFigureOut">
              <a:rPr lang="es-PE" smtClean="0"/>
              <a:t>03/05/2020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289C92-0DCB-4F09-AE0B-4211A75BEEE0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705101" y="0"/>
            <a:ext cx="9486900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1" y="2647950"/>
            <a:ext cx="4762500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" y="5048250"/>
            <a:ext cx="4762500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94929" y="1717501"/>
            <a:ext cx="73152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524639" y="2180529"/>
            <a:ext cx="8128727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4D43-8165-41B4-946F-5297906C5348}" type="datetimeFigureOut">
              <a:rPr lang="es-PE" smtClean="0"/>
              <a:t>03/05/2020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9C92-0DCB-4F09-AE0B-4211A75BEEE0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4D43-8165-41B4-946F-5297906C5348}" type="datetimeFigureOut">
              <a:rPr lang="es-PE" smtClean="0"/>
              <a:t>03/05/2020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9C92-0DCB-4F09-AE0B-4211A75BEEE0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4678362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4678362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C4D43-8165-41B4-946F-5297906C5348}" type="datetimeFigureOut">
              <a:rPr lang="es-PE" smtClean="0"/>
              <a:t>03/05/2020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9C92-0DCB-4F09-AE0B-4211A75BEEE0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3175" y="5050633"/>
            <a:ext cx="4765676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3173" y="5051293"/>
            <a:ext cx="12195173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65760"/>
            <a:ext cx="1002792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100629"/>
            <a:ext cx="1002792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68224" y="5870448"/>
            <a:ext cx="2901696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C7CC4D43-8165-41B4-946F-5297906C5348}" type="datetimeFigureOut">
              <a:rPr lang="es-PE" smtClean="0"/>
              <a:t>03/05/2020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90019" y="6285122"/>
            <a:ext cx="6299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384" y="6170822"/>
            <a:ext cx="67056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14289C92-0DCB-4F09-AE0B-4211A75BEEE0}" type="slidenum">
              <a:rPr lang="es-PE" smtClean="0"/>
              <a:t>‹Nº›</a:t>
            </a:fld>
            <a:endParaRPr lang="es-P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8" b="27984"/>
          <a:stretch/>
        </p:blipFill>
        <p:spPr bwMode="auto">
          <a:xfrm>
            <a:off x="1952785" y="1"/>
            <a:ext cx="7671661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8026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09620"/>
            <a:ext cx="5649132" cy="6262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uadroTexto 1"/>
          <p:cNvSpPr txBox="1"/>
          <p:nvPr/>
        </p:nvSpPr>
        <p:spPr>
          <a:xfrm>
            <a:off x="697424" y="123949"/>
            <a:ext cx="10616339" cy="9387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5500" b="1" dirty="0" smtClean="0">
                <a:solidFill>
                  <a:srgbClr val="FF0000"/>
                </a:solidFill>
                <a:latin typeface="Cooper Black" pitchFamily="18" charset="0"/>
              </a:rPr>
              <a:t>LA COMUNICACIÓN</a:t>
            </a:r>
            <a:endParaRPr lang="es-PE" sz="5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9" name="CuadroTexto 1"/>
          <p:cNvSpPr txBox="1"/>
          <p:nvPr/>
        </p:nvSpPr>
        <p:spPr>
          <a:xfrm>
            <a:off x="113654" y="1400902"/>
            <a:ext cx="5982346" cy="470898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5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</a:t>
            </a:r>
            <a:r>
              <a:rPr lang="es-PE" sz="5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 comunicación es un proceso mediante el cual el emisor transmite un mensaje al receptor</a:t>
            </a:r>
            <a:r>
              <a:rPr lang="es-PE" sz="5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s-PE" sz="5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29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3" r="4983" b="7040"/>
          <a:stretch/>
        </p:blipFill>
        <p:spPr bwMode="auto">
          <a:xfrm>
            <a:off x="0" y="0"/>
            <a:ext cx="3998564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89141"/>
            <a:ext cx="3926239" cy="3768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8" t="27815" r="5909" b="16805"/>
          <a:stretch/>
        </p:blipFill>
        <p:spPr bwMode="auto">
          <a:xfrm>
            <a:off x="3926239" y="170479"/>
            <a:ext cx="3652432" cy="3258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564" y="3307503"/>
            <a:ext cx="3642103" cy="3550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uadroTexto 1"/>
          <p:cNvSpPr txBox="1"/>
          <p:nvPr/>
        </p:nvSpPr>
        <p:spPr>
          <a:xfrm>
            <a:off x="7578672" y="579492"/>
            <a:ext cx="4499674" cy="56323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Las personas estamos contantemente en comunicación, para poder expresar nuestras opiniones, sentimientos.</a:t>
            </a:r>
            <a:endParaRPr lang="es-PE" sz="40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41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232475" y="1525487"/>
            <a:ext cx="4122552" cy="9387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5500" b="1" dirty="0" smtClean="0">
                <a:solidFill>
                  <a:srgbClr val="00B050"/>
                </a:solidFill>
                <a:latin typeface="Cooper Black" pitchFamily="18" charset="0"/>
              </a:rPr>
              <a:t>1.EMISOR</a:t>
            </a:r>
            <a:endParaRPr lang="es-PE" sz="5500" b="1" dirty="0">
              <a:solidFill>
                <a:srgbClr val="00B050"/>
              </a:solidFill>
              <a:latin typeface="Cooper Black" pitchFamily="18" charset="0"/>
            </a:endParaRPr>
          </a:p>
        </p:txBody>
      </p:sp>
      <p:sp>
        <p:nvSpPr>
          <p:cNvPr id="5" name="CuadroTexto 1"/>
          <p:cNvSpPr txBox="1"/>
          <p:nvPr/>
        </p:nvSpPr>
        <p:spPr>
          <a:xfrm>
            <a:off x="377123" y="2671910"/>
            <a:ext cx="5155772" cy="9387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5500" b="1" dirty="0" smtClean="0">
                <a:solidFill>
                  <a:srgbClr val="0070C0"/>
                </a:solidFill>
                <a:latin typeface="Cooper Black" pitchFamily="18" charset="0"/>
              </a:rPr>
              <a:t>2. RECEPTOR</a:t>
            </a:r>
            <a:endParaRPr lang="es-PE" sz="5500" b="1" dirty="0">
              <a:solidFill>
                <a:srgbClr val="0070C0"/>
              </a:solidFill>
              <a:latin typeface="Cooper Black" pitchFamily="18" charset="0"/>
            </a:endParaRPr>
          </a:p>
        </p:txBody>
      </p:sp>
      <p:sp>
        <p:nvSpPr>
          <p:cNvPr id="6" name="CuadroTexto 1"/>
          <p:cNvSpPr txBox="1"/>
          <p:nvPr/>
        </p:nvSpPr>
        <p:spPr>
          <a:xfrm>
            <a:off x="232474" y="3763182"/>
            <a:ext cx="5067945" cy="9387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5500" b="1" dirty="0" smtClean="0">
                <a:solidFill>
                  <a:schemeClr val="accent2"/>
                </a:solidFill>
                <a:latin typeface="Cooper Black" pitchFamily="18" charset="0"/>
              </a:rPr>
              <a:t>3. MENSAJE</a:t>
            </a:r>
            <a:endParaRPr lang="es-PE" sz="5500" b="1" dirty="0">
              <a:solidFill>
                <a:schemeClr val="accent2"/>
              </a:solidFill>
              <a:latin typeface="Cooper Black" pitchFamily="18" charset="0"/>
            </a:endParaRPr>
          </a:p>
        </p:txBody>
      </p:sp>
      <p:sp>
        <p:nvSpPr>
          <p:cNvPr id="7" name="CuadroTexto 1"/>
          <p:cNvSpPr txBox="1"/>
          <p:nvPr/>
        </p:nvSpPr>
        <p:spPr>
          <a:xfrm>
            <a:off x="232475" y="123949"/>
            <a:ext cx="11701220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4500" b="1" dirty="0" smtClean="0">
                <a:solidFill>
                  <a:srgbClr val="FF0000"/>
                </a:solidFill>
                <a:latin typeface="Cooper Black" pitchFamily="18" charset="0"/>
              </a:rPr>
              <a:t>ELEMENTOS DE LA COMUNICACIÓN</a:t>
            </a:r>
            <a:endParaRPr lang="es-PE" sz="4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8" name="CuadroTexto 1"/>
          <p:cNvSpPr txBox="1"/>
          <p:nvPr/>
        </p:nvSpPr>
        <p:spPr>
          <a:xfrm>
            <a:off x="4618495" y="1514023"/>
            <a:ext cx="4122552" cy="9387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PE" sz="5500" b="1" dirty="0">
              <a:solidFill>
                <a:srgbClr val="00B050"/>
              </a:solidFill>
              <a:latin typeface="Cooper Black" pitchFamily="18" charset="0"/>
            </a:endParaRPr>
          </a:p>
        </p:txBody>
      </p:sp>
      <p:sp>
        <p:nvSpPr>
          <p:cNvPr id="9" name="CuadroTexto 1"/>
          <p:cNvSpPr txBox="1"/>
          <p:nvPr/>
        </p:nvSpPr>
        <p:spPr>
          <a:xfrm>
            <a:off x="5755035" y="2671909"/>
            <a:ext cx="5155772" cy="9387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PE" sz="5500" b="1" dirty="0">
              <a:solidFill>
                <a:srgbClr val="0070C0"/>
              </a:solidFill>
              <a:latin typeface="Cooper Black" pitchFamily="18" charset="0"/>
            </a:endParaRPr>
          </a:p>
        </p:txBody>
      </p:sp>
      <p:sp>
        <p:nvSpPr>
          <p:cNvPr id="10" name="CuadroTexto 1"/>
          <p:cNvSpPr txBox="1"/>
          <p:nvPr/>
        </p:nvSpPr>
        <p:spPr>
          <a:xfrm>
            <a:off x="6083085" y="3763181"/>
            <a:ext cx="5067945" cy="9387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PE" sz="5500" b="1" dirty="0">
              <a:solidFill>
                <a:schemeClr val="accent2"/>
              </a:solidFill>
              <a:latin typeface="Cooper Black" pitchFamily="18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639" y="1177393"/>
            <a:ext cx="4946391" cy="5380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0713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uadroTexto 1"/>
          <p:cNvSpPr txBox="1"/>
          <p:nvPr/>
        </p:nvSpPr>
        <p:spPr>
          <a:xfrm>
            <a:off x="3626602" y="129531"/>
            <a:ext cx="4664989" cy="8617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5000" b="1" dirty="0" smtClean="0">
                <a:solidFill>
                  <a:srgbClr val="FF0000"/>
                </a:solidFill>
                <a:latin typeface="Cooper Black" pitchFamily="18" charset="0"/>
              </a:rPr>
              <a:t>1. EMISOR</a:t>
            </a:r>
            <a:endParaRPr lang="es-PE" sz="50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8" name="CuadroTexto 1"/>
          <p:cNvSpPr txBox="1"/>
          <p:nvPr/>
        </p:nvSpPr>
        <p:spPr>
          <a:xfrm>
            <a:off x="108486" y="862908"/>
            <a:ext cx="11701220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4500" b="1" dirty="0" smtClean="0">
                <a:solidFill>
                  <a:srgbClr val="00B050"/>
                </a:solidFill>
                <a:latin typeface="Cooper Black" pitchFamily="18" charset="0"/>
              </a:rPr>
              <a:t>PERSONA QUE ENVÍA EL MENSAJE</a:t>
            </a:r>
            <a:endParaRPr lang="es-PE" sz="4500" b="1" dirty="0">
              <a:solidFill>
                <a:srgbClr val="00B050"/>
              </a:solidFill>
              <a:latin typeface="Cooper Black" pitchFamily="18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93" t="12712" r="28473" b="10793"/>
          <a:stretch/>
        </p:blipFill>
        <p:spPr bwMode="auto">
          <a:xfrm>
            <a:off x="4595245" y="1647738"/>
            <a:ext cx="2727701" cy="4045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CuadroTexto 1"/>
          <p:cNvSpPr txBox="1"/>
          <p:nvPr/>
        </p:nvSpPr>
        <p:spPr>
          <a:xfrm>
            <a:off x="650927" y="5483162"/>
            <a:ext cx="10600842" cy="8617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5000" b="1" dirty="0" smtClean="0">
                <a:solidFill>
                  <a:srgbClr val="0070C0"/>
                </a:solidFill>
                <a:latin typeface="Cooper Black" pitchFamily="18" charset="0"/>
              </a:rPr>
              <a:t>EMISOR:</a:t>
            </a:r>
            <a:endParaRPr lang="es-PE" sz="5000" b="1" dirty="0">
              <a:solidFill>
                <a:srgbClr val="0070C0"/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92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uadroTexto 1"/>
          <p:cNvSpPr txBox="1"/>
          <p:nvPr/>
        </p:nvSpPr>
        <p:spPr>
          <a:xfrm>
            <a:off x="3456121" y="21044"/>
            <a:ext cx="5145438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4500" b="1" dirty="0" smtClean="0">
                <a:solidFill>
                  <a:srgbClr val="FF0000"/>
                </a:solidFill>
                <a:latin typeface="Cooper Black" pitchFamily="18" charset="0"/>
              </a:rPr>
              <a:t>2. RECEPTOR</a:t>
            </a:r>
            <a:endParaRPr lang="es-PE" sz="4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8" name="CuadroTexto 1"/>
          <p:cNvSpPr txBox="1"/>
          <p:nvPr/>
        </p:nvSpPr>
        <p:spPr>
          <a:xfrm>
            <a:off x="178230" y="805836"/>
            <a:ext cx="11701220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4500" b="1" dirty="0" smtClean="0">
                <a:solidFill>
                  <a:srgbClr val="0070C0"/>
                </a:solidFill>
                <a:latin typeface="Cooper Black" pitchFamily="18" charset="0"/>
              </a:rPr>
              <a:t>PERSONA QUE RECIBE EL MENSAJE</a:t>
            </a:r>
            <a:endParaRPr lang="es-PE" sz="4500" b="1" dirty="0">
              <a:solidFill>
                <a:srgbClr val="0070C0"/>
              </a:solidFill>
              <a:latin typeface="Cooper Black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93" t="12712" r="28473" b="10793"/>
          <a:stretch/>
        </p:blipFill>
        <p:spPr bwMode="auto">
          <a:xfrm>
            <a:off x="4014061" y="1652655"/>
            <a:ext cx="3396713" cy="4045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CuadroTexto 1"/>
          <p:cNvSpPr txBox="1"/>
          <p:nvPr/>
        </p:nvSpPr>
        <p:spPr>
          <a:xfrm>
            <a:off x="178230" y="5697712"/>
            <a:ext cx="11936279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4500" b="1" dirty="0" smtClean="0">
                <a:solidFill>
                  <a:srgbClr val="00B050"/>
                </a:solidFill>
                <a:latin typeface="Cooper Black" pitchFamily="18" charset="0"/>
              </a:rPr>
              <a:t>2. RECEPTOR:</a:t>
            </a:r>
            <a:endParaRPr lang="es-PE" sz="4500" b="1" dirty="0">
              <a:solidFill>
                <a:srgbClr val="00B050"/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337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uadroTexto 1"/>
          <p:cNvSpPr txBox="1"/>
          <p:nvPr/>
        </p:nvSpPr>
        <p:spPr>
          <a:xfrm>
            <a:off x="3394127" y="11394"/>
            <a:ext cx="4928462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4500" b="1" dirty="0" smtClean="0">
                <a:solidFill>
                  <a:srgbClr val="FF0000"/>
                </a:solidFill>
                <a:latin typeface="Cooper Black" pitchFamily="18" charset="0"/>
              </a:rPr>
              <a:t>3. EL MENSAJE</a:t>
            </a:r>
            <a:endParaRPr lang="es-PE" sz="4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8" name="CuadroTexto 1"/>
          <p:cNvSpPr txBox="1"/>
          <p:nvPr/>
        </p:nvSpPr>
        <p:spPr>
          <a:xfrm>
            <a:off x="-59410" y="796224"/>
            <a:ext cx="12192000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4500" b="1" dirty="0" smtClean="0">
                <a:solidFill>
                  <a:srgbClr val="0070C0"/>
                </a:solidFill>
                <a:latin typeface="Cooper Black" pitchFamily="18" charset="0"/>
              </a:rPr>
              <a:t>Es la información que el emisor transmite</a:t>
            </a:r>
            <a:endParaRPr lang="es-PE" sz="4500" b="1" dirty="0">
              <a:solidFill>
                <a:srgbClr val="0070C0"/>
              </a:solidFill>
              <a:latin typeface="Cooper Black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93" t="12712" r="28473" b="10793"/>
          <a:stretch/>
        </p:blipFill>
        <p:spPr bwMode="auto">
          <a:xfrm>
            <a:off x="7857639" y="1705369"/>
            <a:ext cx="2727701" cy="4045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CuadroTexto 1"/>
          <p:cNvSpPr txBox="1"/>
          <p:nvPr/>
        </p:nvSpPr>
        <p:spPr>
          <a:xfrm>
            <a:off x="325464" y="5676650"/>
            <a:ext cx="11670223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4500" b="1" dirty="0" smtClean="0">
                <a:solidFill>
                  <a:srgbClr val="00B050"/>
                </a:solidFill>
                <a:latin typeface="Cooper Black" pitchFamily="18" charset="0"/>
              </a:rPr>
              <a:t>EL MENSAJE:</a:t>
            </a:r>
            <a:endParaRPr lang="es-PE" sz="4500" b="1" dirty="0">
              <a:solidFill>
                <a:srgbClr val="00B050"/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96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uadroTexto 1"/>
          <p:cNvSpPr txBox="1"/>
          <p:nvPr/>
        </p:nvSpPr>
        <p:spPr>
          <a:xfrm>
            <a:off x="3456121" y="21044"/>
            <a:ext cx="5145438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4500" b="1" dirty="0" smtClean="0">
                <a:solidFill>
                  <a:srgbClr val="FF0000"/>
                </a:solidFill>
                <a:latin typeface="Cooper Black" pitchFamily="18" charset="0"/>
              </a:rPr>
              <a:t>PRACTICAMOS</a:t>
            </a:r>
            <a:endParaRPr lang="es-PE" sz="4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5" name="CuadroTexto 1"/>
          <p:cNvSpPr txBox="1"/>
          <p:nvPr/>
        </p:nvSpPr>
        <p:spPr>
          <a:xfrm>
            <a:off x="271220" y="650891"/>
            <a:ext cx="11515240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4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es-PE" sz="4000" b="1" dirty="0" smtClean="0">
                <a:solidFill>
                  <a:srgbClr val="3E28E0"/>
                </a:solidFill>
                <a:latin typeface="Arial" pitchFamily="34" charset="0"/>
                <a:cs typeface="Arial" pitchFamily="34" charset="0"/>
              </a:rPr>
              <a:t>Julio le llama por teléfono a Verónica para invitarla a su fiesta.</a:t>
            </a:r>
            <a:endParaRPr lang="es-PE" sz="4000" b="1" dirty="0">
              <a:solidFill>
                <a:srgbClr val="3E28E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4" y="2092270"/>
            <a:ext cx="4179564" cy="4358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uadroTexto 1"/>
          <p:cNvSpPr txBox="1"/>
          <p:nvPr/>
        </p:nvSpPr>
        <p:spPr>
          <a:xfrm>
            <a:off x="4215540" y="2283797"/>
            <a:ext cx="2805194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3500" b="1" dirty="0" smtClean="0">
                <a:solidFill>
                  <a:srgbClr val="FF0000"/>
                </a:solidFill>
                <a:latin typeface="Cooper Black" pitchFamily="18" charset="0"/>
              </a:rPr>
              <a:t>EMISOR:</a:t>
            </a:r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8" name="CuadroTexto 1"/>
          <p:cNvSpPr txBox="1"/>
          <p:nvPr/>
        </p:nvSpPr>
        <p:spPr>
          <a:xfrm>
            <a:off x="4324028" y="3640777"/>
            <a:ext cx="3006670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3500" b="1" dirty="0" smtClean="0">
                <a:solidFill>
                  <a:srgbClr val="FF0000"/>
                </a:solidFill>
                <a:latin typeface="Cooper Black" pitchFamily="18" charset="0"/>
              </a:rPr>
              <a:t>RECEPTOR:</a:t>
            </a:r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9" name="CuadroTexto 1"/>
          <p:cNvSpPr txBox="1"/>
          <p:nvPr/>
        </p:nvSpPr>
        <p:spPr>
          <a:xfrm>
            <a:off x="4324028" y="4973631"/>
            <a:ext cx="2805194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3500" b="1" dirty="0" smtClean="0">
                <a:solidFill>
                  <a:srgbClr val="FF0000"/>
                </a:solidFill>
                <a:latin typeface="Cooper Black" pitchFamily="18" charset="0"/>
              </a:rPr>
              <a:t>MENSAJE:</a:t>
            </a:r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10" name="CuadroTexto 1"/>
          <p:cNvSpPr txBox="1"/>
          <p:nvPr/>
        </p:nvSpPr>
        <p:spPr>
          <a:xfrm>
            <a:off x="7129221" y="2310388"/>
            <a:ext cx="4014059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11" name="CuadroTexto 1"/>
          <p:cNvSpPr txBox="1"/>
          <p:nvPr/>
        </p:nvSpPr>
        <p:spPr>
          <a:xfrm>
            <a:off x="7330698" y="3602951"/>
            <a:ext cx="4014059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12" name="CuadroTexto 1"/>
          <p:cNvSpPr txBox="1"/>
          <p:nvPr/>
        </p:nvSpPr>
        <p:spPr>
          <a:xfrm>
            <a:off x="7330698" y="4973631"/>
            <a:ext cx="4014059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13" name="CuadroTexto 1"/>
          <p:cNvSpPr txBox="1"/>
          <p:nvPr/>
        </p:nvSpPr>
        <p:spPr>
          <a:xfrm>
            <a:off x="4324028" y="5638116"/>
            <a:ext cx="7462432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06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uadroTexto 1"/>
          <p:cNvSpPr txBox="1"/>
          <p:nvPr/>
        </p:nvSpPr>
        <p:spPr>
          <a:xfrm>
            <a:off x="3456121" y="21044"/>
            <a:ext cx="5145438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4500" b="1" dirty="0" smtClean="0">
                <a:solidFill>
                  <a:srgbClr val="FF0000"/>
                </a:solidFill>
                <a:latin typeface="Cooper Black" pitchFamily="18" charset="0"/>
              </a:rPr>
              <a:t>PRACTICAMOS</a:t>
            </a:r>
            <a:endParaRPr lang="es-PE" sz="4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5" name="CuadroTexto 1"/>
          <p:cNvSpPr txBox="1"/>
          <p:nvPr/>
        </p:nvSpPr>
        <p:spPr>
          <a:xfrm>
            <a:off x="271220" y="650891"/>
            <a:ext cx="11515240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4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es-PE" sz="4000" b="1" dirty="0" smtClean="0">
                <a:solidFill>
                  <a:srgbClr val="3E28E0"/>
                </a:solidFill>
                <a:latin typeface="Arial" pitchFamily="34" charset="0"/>
                <a:cs typeface="Arial" pitchFamily="34" charset="0"/>
              </a:rPr>
              <a:t>ROSA LE PIDE A SUS AMIGO CARLOS QUE LE PRESTE SU BORRADOR.</a:t>
            </a:r>
            <a:endParaRPr lang="es-PE" sz="4000" b="1" dirty="0">
              <a:solidFill>
                <a:srgbClr val="3E28E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CuadroTexto 1"/>
          <p:cNvSpPr txBox="1"/>
          <p:nvPr/>
        </p:nvSpPr>
        <p:spPr>
          <a:xfrm>
            <a:off x="4215540" y="2283797"/>
            <a:ext cx="2805194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3500" b="1" dirty="0" smtClean="0">
                <a:solidFill>
                  <a:srgbClr val="FF0000"/>
                </a:solidFill>
                <a:latin typeface="Cooper Black" pitchFamily="18" charset="0"/>
              </a:rPr>
              <a:t>EMISOR:</a:t>
            </a:r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8" name="CuadroTexto 1"/>
          <p:cNvSpPr txBox="1"/>
          <p:nvPr/>
        </p:nvSpPr>
        <p:spPr>
          <a:xfrm>
            <a:off x="4324028" y="3640777"/>
            <a:ext cx="3006670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3500" b="1" dirty="0" smtClean="0">
                <a:solidFill>
                  <a:srgbClr val="FF0000"/>
                </a:solidFill>
                <a:latin typeface="Cooper Black" pitchFamily="18" charset="0"/>
              </a:rPr>
              <a:t>RECEPTOR:</a:t>
            </a:r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9" name="CuadroTexto 1"/>
          <p:cNvSpPr txBox="1"/>
          <p:nvPr/>
        </p:nvSpPr>
        <p:spPr>
          <a:xfrm>
            <a:off x="4324028" y="4973631"/>
            <a:ext cx="2805194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3500" b="1" dirty="0" smtClean="0">
                <a:solidFill>
                  <a:srgbClr val="FF0000"/>
                </a:solidFill>
                <a:latin typeface="Cooper Black" pitchFamily="18" charset="0"/>
              </a:rPr>
              <a:t>MENSAJE:</a:t>
            </a:r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10" name="CuadroTexto 1"/>
          <p:cNvSpPr txBox="1"/>
          <p:nvPr/>
        </p:nvSpPr>
        <p:spPr>
          <a:xfrm>
            <a:off x="7129221" y="2310388"/>
            <a:ext cx="4014059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11" name="CuadroTexto 1"/>
          <p:cNvSpPr txBox="1"/>
          <p:nvPr/>
        </p:nvSpPr>
        <p:spPr>
          <a:xfrm>
            <a:off x="7330698" y="3602951"/>
            <a:ext cx="4014059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12" name="CuadroTexto 1"/>
          <p:cNvSpPr txBox="1"/>
          <p:nvPr/>
        </p:nvSpPr>
        <p:spPr>
          <a:xfrm>
            <a:off x="7330698" y="4973631"/>
            <a:ext cx="4014059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13" name="CuadroTexto 1"/>
          <p:cNvSpPr txBox="1"/>
          <p:nvPr/>
        </p:nvSpPr>
        <p:spPr>
          <a:xfrm>
            <a:off x="4324028" y="5638116"/>
            <a:ext cx="7462432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59"/>
          <a:stretch/>
        </p:blipFill>
        <p:spPr bwMode="auto">
          <a:xfrm>
            <a:off x="104897" y="1974330"/>
            <a:ext cx="4219131" cy="461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9437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uadroTexto 1"/>
          <p:cNvSpPr txBox="1"/>
          <p:nvPr/>
        </p:nvSpPr>
        <p:spPr>
          <a:xfrm>
            <a:off x="3456121" y="21044"/>
            <a:ext cx="5145438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4500" b="1" dirty="0" smtClean="0">
                <a:solidFill>
                  <a:srgbClr val="FF0000"/>
                </a:solidFill>
                <a:latin typeface="Cooper Black" pitchFamily="18" charset="0"/>
              </a:rPr>
              <a:t>PRACTICAMOS</a:t>
            </a:r>
            <a:endParaRPr lang="es-PE" sz="4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5" name="CuadroTexto 1"/>
          <p:cNvSpPr txBox="1"/>
          <p:nvPr/>
        </p:nvSpPr>
        <p:spPr>
          <a:xfrm>
            <a:off x="271220" y="650891"/>
            <a:ext cx="11515240" cy="1169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35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LA PROFESORA INFORMA A LOS ALUMNOS QUE EL LUNES INICIA LOS EXÁMENES.</a:t>
            </a:r>
            <a:endParaRPr lang="es-PE" sz="3500" b="1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CuadroTexto 1"/>
          <p:cNvSpPr txBox="1"/>
          <p:nvPr/>
        </p:nvSpPr>
        <p:spPr>
          <a:xfrm>
            <a:off x="4215540" y="2283797"/>
            <a:ext cx="2805194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3500" b="1" dirty="0" smtClean="0">
                <a:solidFill>
                  <a:srgbClr val="FF0000"/>
                </a:solidFill>
                <a:latin typeface="Cooper Black" pitchFamily="18" charset="0"/>
              </a:rPr>
              <a:t>EMISOR:</a:t>
            </a:r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8" name="CuadroTexto 1"/>
          <p:cNvSpPr txBox="1"/>
          <p:nvPr/>
        </p:nvSpPr>
        <p:spPr>
          <a:xfrm>
            <a:off x="4324028" y="3640777"/>
            <a:ext cx="3006670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3500" b="1" dirty="0" smtClean="0">
                <a:solidFill>
                  <a:srgbClr val="FF0000"/>
                </a:solidFill>
                <a:latin typeface="Cooper Black" pitchFamily="18" charset="0"/>
              </a:rPr>
              <a:t>RECEPTOR:</a:t>
            </a:r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9" name="CuadroTexto 1"/>
          <p:cNvSpPr txBox="1"/>
          <p:nvPr/>
        </p:nvSpPr>
        <p:spPr>
          <a:xfrm>
            <a:off x="4324028" y="4973631"/>
            <a:ext cx="2805194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3500" b="1" dirty="0" smtClean="0">
                <a:solidFill>
                  <a:srgbClr val="FF0000"/>
                </a:solidFill>
                <a:latin typeface="Cooper Black" pitchFamily="18" charset="0"/>
              </a:rPr>
              <a:t>MENSAJE:</a:t>
            </a:r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10" name="CuadroTexto 1"/>
          <p:cNvSpPr txBox="1"/>
          <p:nvPr/>
        </p:nvSpPr>
        <p:spPr>
          <a:xfrm>
            <a:off x="7129221" y="2310388"/>
            <a:ext cx="4014059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11" name="CuadroTexto 1"/>
          <p:cNvSpPr txBox="1"/>
          <p:nvPr/>
        </p:nvSpPr>
        <p:spPr>
          <a:xfrm>
            <a:off x="7330698" y="3602951"/>
            <a:ext cx="4014059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12" name="CuadroTexto 1"/>
          <p:cNvSpPr txBox="1"/>
          <p:nvPr/>
        </p:nvSpPr>
        <p:spPr>
          <a:xfrm>
            <a:off x="7330698" y="4973631"/>
            <a:ext cx="4014059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sp>
        <p:nvSpPr>
          <p:cNvPr id="13" name="CuadroTexto 1"/>
          <p:cNvSpPr txBox="1"/>
          <p:nvPr/>
        </p:nvSpPr>
        <p:spPr>
          <a:xfrm>
            <a:off x="4324028" y="5638116"/>
            <a:ext cx="7462432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181" y="1797803"/>
            <a:ext cx="4473693" cy="4866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CuadroTexto 1"/>
          <p:cNvSpPr txBox="1"/>
          <p:nvPr/>
        </p:nvSpPr>
        <p:spPr>
          <a:xfrm>
            <a:off x="4587500" y="5890269"/>
            <a:ext cx="4014059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PE" sz="3500" b="1" dirty="0">
              <a:solidFill>
                <a:srgbClr val="FF0000"/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969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uadroTexto 1"/>
          <p:cNvSpPr txBox="1"/>
          <p:nvPr/>
        </p:nvSpPr>
        <p:spPr>
          <a:xfrm>
            <a:off x="0" y="15837"/>
            <a:ext cx="930931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5000" b="1" dirty="0" smtClean="0">
                <a:solidFill>
                  <a:srgbClr val="FF3300"/>
                </a:solidFill>
                <a:latin typeface="Cooper Black" panose="0208090404030B020404" pitchFamily="18" charset="0"/>
              </a:rPr>
              <a:t>L</a:t>
            </a:r>
            <a:r>
              <a:rPr lang="es-PE" sz="5000" b="1" dirty="0" smtClean="0">
                <a:latin typeface="Cooper Black" panose="0208090404030B020404" pitchFamily="18" charset="0"/>
              </a:rPr>
              <a:t>unes 04 de mayo del 2020</a:t>
            </a:r>
            <a:r>
              <a:rPr lang="es-PE" sz="5000" b="1" dirty="0" smtClean="0">
                <a:solidFill>
                  <a:srgbClr val="FF3300"/>
                </a:solidFill>
                <a:latin typeface="Cooper Black" panose="0208090404030B020404" pitchFamily="18" charset="0"/>
              </a:rPr>
              <a:t>.</a:t>
            </a:r>
            <a:endParaRPr lang="es-PE" sz="5000" b="1" dirty="0">
              <a:solidFill>
                <a:srgbClr val="FF3300"/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CuadroTexto 1"/>
          <p:cNvSpPr txBox="1"/>
          <p:nvPr/>
        </p:nvSpPr>
        <p:spPr>
          <a:xfrm>
            <a:off x="1177871" y="707130"/>
            <a:ext cx="10058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5000" b="1" dirty="0" smtClean="0">
                <a:solidFill>
                  <a:srgbClr val="FF3300"/>
                </a:solidFill>
                <a:latin typeface="Cooper Black" panose="0208090404030B020404" pitchFamily="18" charset="0"/>
              </a:rPr>
              <a:t>E</a:t>
            </a:r>
            <a:r>
              <a:rPr lang="es-PE" sz="5000" b="1" dirty="0" smtClean="0">
                <a:latin typeface="Cooper Black" panose="0208090404030B020404" pitchFamily="18" charset="0"/>
              </a:rPr>
              <a:t>lementos de la comunicación</a:t>
            </a:r>
            <a:endParaRPr lang="es-PE" sz="5000" b="1" dirty="0">
              <a:latin typeface="Cooper Black" panose="0208090404030B020404" pitchFamily="18" charset="0"/>
            </a:endParaRPr>
          </a:p>
        </p:txBody>
      </p:sp>
      <p:cxnSp>
        <p:nvCxnSpPr>
          <p:cNvPr id="21" name="20 Conector recto"/>
          <p:cNvCxnSpPr/>
          <p:nvPr/>
        </p:nvCxnSpPr>
        <p:spPr>
          <a:xfrm>
            <a:off x="1177869" y="1447814"/>
            <a:ext cx="981042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CuadroTexto 1"/>
          <p:cNvSpPr txBox="1"/>
          <p:nvPr/>
        </p:nvSpPr>
        <p:spPr>
          <a:xfrm>
            <a:off x="170478" y="1568904"/>
            <a:ext cx="118252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5000" b="1" dirty="0" smtClean="0">
                <a:solidFill>
                  <a:srgbClr val="FF3300"/>
                </a:solidFill>
                <a:latin typeface="Cooper Black" panose="0208090404030B020404" pitchFamily="18" charset="0"/>
              </a:rPr>
              <a:t>1. M</a:t>
            </a:r>
            <a:r>
              <a:rPr lang="es-PE" sz="5000" b="1" dirty="0" smtClean="0">
                <a:latin typeface="Cooper Black" panose="0208090404030B020404" pitchFamily="18" charset="0"/>
              </a:rPr>
              <a:t>i papá escuchó la radio donde el presidente decía que se suspende las</a:t>
            </a:r>
            <a:endParaRPr lang="es-PE" sz="5000" b="1" dirty="0">
              <a:latin typeface="Cooper Black" panose="0208090404030B020404" pitchFamily="18" charset="0"/>
            </a:endParaRPr>
          </a:p>
        </p:txBody>
      </p:sp>
      <p:sp>
        <p:nvSpPr>
          <p:cNvPr id="23" name="CuadroTexto 1"/>
          <p:cNvSpPr txBox="1"/>
          <p:nvPr/>
        </p:nvSpPr>
        <p:spPr>
          <a:xfrm>
            <a:off x="108485" y="4015868"/>
            <a:ext cx="283619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5000" b="1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E</a:t>
            </a:r>
            <a:r>
              <a:rPr lang="es-PE" sz="5000" b="1" dirty="0" smtClean="0">
                <a:latin typeface="Cooper Black" panose="0208090404030B020404" pitchFamily="18" charset="0"/>
              </a:rPr>
              <a:t>misor</a:t>
            </a:r>
            <a:r>
              <a:rPr lang="es-PE" sz="5000" b="1" dirty="0" smtClean="0">
                <a:solidFill>
                  <a:srgbClr val="FF3300"/>
                </a:solidFill>
                <a:latin typeface="Cooper Black" panose="0208090404030B020404" pitchFamily="18" charset="0"/>
              </a:rPr>
              <a:t>:</a:t>
            </a:r>
            <a:endParaRPr lang="es-PE" sz="5000" b="1" dirty="0">
              <a:solidFill>
                <a:srgbClr val="FF3300"/>
              </a:solidFill>
              <a:latin typeface="Cooper Black" panose="0208090404030B020404" pitchFamily="18" charset="0"/>
            </a:endParaRPr>
          </a:p>
        </p:txBody>
      </p:sp>
      <p:sp>
        <p:nvSpPr>
          <p:cNvPr id="25" name="CuadroTexto 1"/>
          <p:cNvSpPr txBox="1"/>
          <p:nvPr/>
        </p:nvSpPr>
        <p:spPr>
          <a:xfrm>
            <a:off x="30992" y="4873318"/>
            <a:ext cx="342512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5000" b="1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R</a:t>
            </a:r>
            <a:r>
              <a:rPr lang="es-PE" sz="5000" b="1" dirty="0" smtClean="0">
                <a:latin typeface="Cooper Black" panose="0208090404030B020404" pitchFamily="18" charset="0"/>
              </a:rPr>
              <a:t>eceptor</a:t>
            </a:r>
            <a:r>
              <a:rPr lang="es-PE" sz="5000" b="1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:</a:t>
            </a:r>
            <a:endParaRPr lang="es-PE" sz="5000" b="1" dirty="0">
              <a:solidFill>
                <a:srgbClr val="FF0000"/>
              </a:solidFill>
              <a:latin typeface="Cooper Black" panose="0208090404030B020404" pitchFamily="18" charset="0"/>
            </a:endParaRPr>
          </a:p>
        </p:txBody>
      </p:sp>
      <p:sp>
        <p:nvSpPr>
          <p:cNvPr id="26" name="CuadroTexto 1"/>
          <p:cNvSpPr txBox="1"/>
          <p:nvPr/>
        </p:nvSpPr>
        <p:spPr>
          <a:xfrm>
            <a:off x="108485" y="5739416"/>
            <a:ext cx="323914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5000" b="1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M</a:t>
            </a:r>
            <a:r>
              <a:rPr lang="es-PE" sz="5000" b="1" dirty="0" smtClean="0">
                <a:latin typeface="Cooper Black" panose="0208090404030B020404" pitchFamily="18" charset="0"/>
              </a:rPr>
              <a:t>ensaje</a:t>
            </a:r>
            <a:r>
              <a:rPr lang="es-PE" sz="5000" b="1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:</a:t>
            </a:r>
            <a:endParaRPr lang="es-PE" sz="5000" b="1" dirty="0">
              <a:solidFill>
                <a:srgbClr val="FF0000"/>
              </a:solidFill>
              <a:latin typeface="Cooper Black" panose="0208090404030B020404" pitchFamily="18" charset="0"/>
            </a:endParaRPr>
          </a:p>
        </p:txBody>
      </p:sp>
      <p:sp>
        <p:nvSpPr>
          <p:cNvPr id="27" name="CuadroTexto 1"/>
          <p:cNvSpPr txBox="1"/>
          <p:nvPr/>
        </p:nvSpPr>
        <p:spPr>
          <a:xfrm>
            <a:off x="108485" y="3192091"/>
            <a:ext cx="25572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5000" b="1" dirty="0">
                <a:latin typeface="Cooper Black" panose="0208090404030B020404" pitchFamily="18" charset="0"/>
              </a:rPr>
              <a:t>c</a:t>
            </a:r>
            <a:r>
              <a:rPr lang="es-PE" sz="5000" b="1" dirty="0" smtClean="0">
                <a:latin typeface="Cooper Black" panose="0208090404030B020404" pitchFamily="18" charset="0"/>
              </a:rPr>
              <a:t>lases</a:t>
            </a:r>
            <a:r>
              <a:rPr lang="es-PE" sz="5000" b="1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.</a:t>
            </a:r>
            <a:endParaRPr lang="es-PE" sz="5000" b="1" dirty="0"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40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0" grpId="0"/>
      <p:bldP spid="23" grpId="0"/>
      <p:bldP spid="25" grpId="0"/>
      <p:bldP spid="26" grpId="0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CuadroTexto 1"/>
          <p:cNvSpPr txBox="1"/>
          <p:nvPr/>
        </p:nvSpPr>
        <p:spPr>
          <a:xfrm>
            <a:off x="108485" y="561515"/>
            <a:ext cx="118252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5000" b="1" dirty="0" smtClean="0">
                <a:solidFill>
                  <a:srgbClr val="FF3300"/>
                </a:solidFill>
                <a:latin typeface="Cooper Black" panose="0208090404030B020404" pitchFamily="18" charset="0"/>
              </a:rPr>
              <a:t>1. E</a:t>
            </a:r>
            <a:r>
              <a:rPr lang="es-PE" sz="5000" b="1" dirty="0" smtClean="0">
                <a:latin typeface="Cooper Black" panose="0208090404030B020404" pitchFamily="18" charset="0"/>
              </a:rPr>
              <a:t>l doctor le dijo al paciente que tome su jarabe antes de la comida</a:t>
            </a:r>
            <a:r>
              <a:rPr lang="es-PE" sz="5000" b="1" dirty="0" smtClean="0">
                <a:solidFill>
                  <a:srgbClr val="FF3300"/>
                </a:solidFill>
                <a:latin typeface="Cooper Black" panose="0208090404030B020404" pitchFamily="18" charset="0"/>
              </a:rPr>
              <a:t>.</a:t>
            </a:r>
            <a:endParaRPr lang="es-PE" sz="5000" b="1" dirty="0">
              <a:latin typeface="Cooper Black" panose="0208090404030B020404" pitchFamily="18" charset="0"/>
            </a:endParaRPr>
          </a:p>
        </p:txBody>
      </p:sp>
      <p:sp>
        <p:nvSpPr>
          <p:cNvPr id="23" name="CuadroTexto 1"/>
          <p:cNvSpPr txBox="1"/>
          <p:nvPr/>
        </p:nvSpPr>
        <p:spPr>
          <a:xfrm>
            <a:off x="216971" y="2567226"/>
            <a:ext cx="283619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5000" b="1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E</a:t>
            </a:r>
            <a:r>
              <a:rPr lang="es-PE" sz="5000" b="1" dirty="0" smtClean="0">
                <a:latin typeface="Cooper Black" panose="0208090404030B020404" pitchFamily="18" charset="0"/>
              </a:rPr>
              <a:t>misor</a:t>
            </a:r>
            <a:r>
              <a:rPr lang="es-PE" sz="5000" b="1" dirty="0" smtClean="0">
                <a:solidFill>
                  <a:srgbClr val="FF3300"/>
                </a:solidFill>
                <a:latin typeface="Cooper Black" panose="0208090404030B020404" pitchFamily="18" charset="0"/>
              </a:rPr>
              <a:t>:</a:t>
            </a:r>
            <a:endParaRPr lang="es-PE" sz="5000" b="1" dirty="0">
              <a:solidFill>
                <a:srgbClr val="FF3300"/>
              </a:solidFill>
              <a:latin typeface="Cooper Black" panose="0208090404030B020404" pitchFamily="18" charset="0"/>
            </a:endParaRPr>
          </a:p>
        </p:txBody>
      </p:sp>
      <p:sp>
        <p:nvSpPr>
          <p:cNvPr id="25" name="CuadroTexto 1"/>
          <p:cNvSpPr txBox="1"/>
          <p:nvPr/>
        </p:nvSpPr>
        <p:spPr>
          <a:xfrm>
            <a:off x="15494" y="3634262"/>
            <a:ext cx="342512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5000" b="1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R</a:t>
            </a:r>
            <a:r>
              <a:rPr lang="es-PE" sz="5000" b="1" dirty="0" smtClean="0">
                <a:latin typeface="Cooper Black" panose="0208090404030B020404" pitchFamily="18" charset="0"/>
              </a:rPr>
              <a:t>eceptor</a:t>
            </a:r>
            <a:r>
              <a:rPr lang="es-PE" sz="5000" b="1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:</a:t>
            </a:r>
            <a:endParaRPr lang="es-PE" sz="5000" b="1" dirty="0">
              <a:solidFill>
                <a:srgbClr val="FF0000"/>
              </a:solidFill>
              <a:latin typeface="Cooper Black" panose="0208090404030B020404" pitchFamily="18" charset="0"/>
            </a:endParaRPr>
          </a:p>
        </p:txBody>
      </p:sp>
      <p:sp>
        <p:nvSpPr>
          <p:cNvPr id="26" name="CuadroTexto 1"/>
          <p:cNvSpPr txBox="1"/>
          <p:nvPr/>
        </p:nvSpPr>
        <p:spPr>
          <a:xfrm>
            <a:off x="15494" y="4877642"/>
            <a:ext cx="323914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5000" b="1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M</a:t>
            </a:r>
            <a:r>
              <a:rPr lang="es-PE" sz="5000" b="1" dirty="0" smtClean="0">
                <a:latin typeface="Cooper Black" panose="0208090404030B020404" pitchFamily="18" charset="0"/>
              </a:rPr>
              <a:t>ensaje</a:t>
            </a:r>
            <a:r>
              <a:rPr lang="es-PE" sz="5000" b="1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:</a:t>
            </a:r>
            <a:endParaRPr lang="es-PE" sz="5000" b="1" dirty="0">
              <a:solidFill>
                <a:srgbClr val="FF0000"/>
              </a:solidFill>
              <a:latin typeface="Cooper Black" panose="0208090404030B020404" pitchFamily="18" charset="0"/>
            </a:endParaRPr>
          </a:p>
        </p:txBody>
      </p:sp>
      <p:sp>
        <p:nvSpPr>
          <p:cNvPr id="12" name="CuadroTexto 1"/>
          <p:cNvSpPr txBox="1"/>
          <p:nvPr/>
        </p:nvSpPr>
        <p:spPr>
          <a:xfrm>
            <a:off x="3417369" y="3628769"/>
            <a:ext cx="851632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PE" sz="5000" b="1" dirty="0">
              <a:solidFill>
                <a:srgbClr val="FF3300"/>
              </a:solidFill>
              <a:latin typeface="Cooper Black" panose="0208090404030B020404" pitchFamily="18" charset="0"/>
            </a:endParaRPr>
          </a:p>
        </p:txBody>
      </p:sp>
      <p:sp>
        <p:nvSpPr>
          <p:cNvPr id="13" name="CuadroTexto 1"/>
          <p:cNvSpPr txBox="1"/>
          <p:nvPr/>
        </p:nvSpPr>
        <p:spPr>
          <a:xfrm>
            <a:off x="3254641" y="4835740"/>
            <a:ext cx="851632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PE" sz="5000" b="1" dirty="0">
              <a:solidFill>
                <a:srgbClr val="FF3300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80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25" grpId="0"/>
      <p:bldP spid="26" grpId="0"/>
      <p:bldP spid="12" grpId="0"/>
      <p:bldP spid="13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ngulos">
  <a:themeElements>
    <a:clrScheme name="Ángulo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Ángulo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3229</TotalTime>
  <Words>199</Words>
  <Application>Microsoft Office PowerPoint</Application>
  <PresentationFormat>Personalizado</PresentationFormat>
  <Paragraphs>42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Ángulos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FHJFJHFJHF</dc:title>
  <dc:creator>USER</dc:creator>
  <cp:lastModifiedBy>ALONDRA - NICOLAS</cp:lastModifiedBy>
  <cp:revision>325</cp:revision>
  <dcterms:created xsi:type="dcterms:W3CDTF">2016-11-17T21:41:22Z</dcterms:created>
  <dcterms:modified xsi:type="dcterms:W3CDTF">2020-05-03T17:37:31Z</dcterms:modified>
</cp:coreProperties>
</file>